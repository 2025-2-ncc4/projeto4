
<file path=[Content_Types].xml><?xml version="1.0" encoding="utf-8"?>
<Types xmlns="http://schemas.openxmlformats.org/package/2006/content-types">
  <Default Extension="bin" ContentType="image/unknown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260" r:id="rId5"/>
  </p:sldIdLst>
  <p:sldSz cx="28800425" cy="43200638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sz="8132" kern="1200">
        <a:solidFill>
          <a:schemeClr val="tx1"/>
        </a:solidFill>
        <a:latin typeface="Arial" charset="0"/>
        <a:ea typeface="+mn-ea"/>
        <a:cs typeface="+mn-cs"/>
      </a:defRPr>
    </a:lvl1pPr>
    <a:lvl2pPr marL="609493" algn="l" rtl="0" eaLnBrk="0" fontAlgn="base" hangingPunct="0">
      <a:spcBef>
        <a:spcPct val="0"/>
      </a:spcBef>
      <a:spcAft>
        <a:spcPct val="0"/>
      </a:spcAft>
      <a:defRPr sz="8132" kern="1200">
        <a:solidFill>
          <a:schemeClr val="tx1"/>
        </a:solidFill>
        <a:latin typeface="Arial" charset="0"/>
        <a:ea typeface="+mn-ea"/>
        <a:cs typeface="+mn-cs"/>
      </a:defRPr>
    </a:lvl2pPr>
    <a:lvl3pPr marL="1218987" algn="l" rtl="0" eaLnBrk="0" fontAlgn="base" hangingPunct="0">
      <a:spcBef>
        <a:spcPct val="0"/>
      </a:spcBef>
      <a:spcAft>
        <a:spcPct val="0"/>
      </a:spcAft>
      <a:defRPr sz="8132" kern="1200">
        <a:solidFill>
          <a:schemeClr val="tx1"/>
        </a:solidFill>
        <a:latin typeface="Arial" charset="0"/>
        <a:ea typeface="+mn-ea"/>
        <a:cs typeface="+mn-cs"/>
      </a:defRPr>
    </a:lvl3pPr>
    <a:lvl4pPr marL="1828480" algn="l" rtl="0" eaLnBrk="0" fontAlgn="base" hangingPunct="0">
      <a:spcBef>
        <a:spcPct val="0"/>
      </a:spcBef>
      <a:spcAft>
        <a:spcPct val="0"/>
      </a:spcAft>
      <a:defRPr sz="8132" kern="1200">
        <a:solidFill>
          <a:schemeClr val="tx1"/>
        </a:solidFill>
        <a:latin typeface="Arial" charset="0"/>
        <a:ea typeface="+mn-ea"/>
        <a:cs typeface="+mn-cs"/>
      </a:defRPr>
    </a:lvl4pPr>
    <a:lvl5pPr marL="2437973" algn="l" rtl="0" eaLnBrk="0" fontAlgn="base" hangingPunct="0">
      <a:spcBef>
        <a:spcPct val="0"/>
      </a:spcBef>
      <a:spcAft>
        <a:spcPct val="0"/>
      </a:spcAft>
      <a:defRPr sz="8132" kern="1200">
        <a:solidFill>
          <a:schemeClr val="tx1"/>
        </a:solidFill>
        <a:latin typeface="Arial" charset="0"/>
        <a:ea typeface="+mn-ea"/>
        <a:cs typeface="+mn-cs"/>
      </a:defRPr>
    </a:lvl5pPr>
    <a:lvl6pPr marL="3047467" algn="l" defTabSz="1218987" rtl="0" eaLnBrk="1" latinLnBrk="0" hangingPunct="1">
      <a:defRPr sz="8132" kern="1200">
        <a:solidFill>
          <a:schemeClr val="tx1"/>
        </a:solidFill>
        <a:latin typeface="Arial" charset="0"/>
        <a:ea typeface="+mn-ea"/>
        <a:cs typeface="+mn-cs"/>
      </a:defRPr>
    </a:lvl6pPr>
    <a:lvl7pPr marL="3656960" algn="l" defTabSz="1218987" rtl="0" eaLnBrk="1" latinLnBrk="0" hangingPunct="1">
      <a:defRPr sz="8132" kern="1200">
        <a:solidFill>
          <a:schemeClr val="tx1"/>
        </a:solidFill>
        <a:latin typeface="Arial" charset="0"/>
        <a:ea typeface="+mn-ea"/>
        <a:cs typeface="+mn-cs"/>
      </a:defRPr>
    </a:lvl7pPr>
    <a:lvl8pPr marL="4266453" algn="l" defTabSz="1218987" rtl="0" eaLnBrk="1" latinLnBrk="0" hangingPunct="1">
      <a:defRPr sz="8132" kern="1200">
        <a:solidFill>
          <a:schemeClr val="tx1"/>
        </a:solidFill>
        <a:latin typeface="Arial" charset="0"/>
        <a:ea typeface="+mn-ea"/>
        <a:cs typeface="+mn-cs"/>
      </a:defRPr>
    </a:lvl8pPr>
    <a:lvl9pPr marL="4875947" algn="l" defTabSz="1218987" rtl="0" eaLnBrk="1" latinLnBrk="0" hangingPunct="1">
      <a:defRPr sz="8132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607" userDrawn="1">
          <p15:clr>
            <a:srgbClr val="A4A3A4"/>
          </p15:clr>
        </p15:guide>
        <p15:guide id="2" pos="907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00"/>
    <a:srgbClr val="FF0000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25" d="100"/>
          <a:sy n="25" d="100"/>
        </p:scale>
        <p:origin x="1128" y="126"/>
      </p:cViewPr>
      <p:guideLst>
        <p:guide orient="horz" pos="13607"/>
        <p:guide pos="907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62137F34-5DDC-4C31-BA02-2277B1A4CE6D}" type="slidenum">
              <a:rPr lang="pt-BR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31608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286000" y="685800"/>
            <a:ext cx="228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937B61E2-BDFA-4896-B4A2-5CC42FC61C0E}" type="slidenum">
              <a:rPr lang="pt-BR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18531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1pPr>
    <a:lvl2pPr marL="609493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1218987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3pPr>
    <a:lvl4pPr marL="1828480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4pPr>
    <a:lvl5pPr marL="2437973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512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34" charset="-128"/>
            </a:endParaRPr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1035EDA-CF5D-4260-93D3-A3EA22A42075}" type="slidenum">
              <a:rPr lang="pt-BR">
                <a:latin typeface="Calibri" pitchFamily="34" charset="0"/>
                <a:ea typeface="ＭＳ Ｐゴシック" pitchFamily="34" charset="-128"/>
              </a:rPr>
              <a:pPr/>
              <a:t>1</a:t>
            </a:fld>
            <a:endParaRPr lang="pt-BR">
              <a:latin typeface="Calibri" pitchFamily="34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18527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60880" y="13420305"/>
            <a:ext cx="24478668" cy="925939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319642" y="24480786"/>
            <a:ext cx="20161144" cy="11039316"/>
          </a:xfrm>
        </p:spPr>
        <p:txBody>
          <a:bodyPr/>
          <a:lstStyle>
            <a:lvl1pPr marL="0" indent="0" algn="ctr">
              <a:buNone/>
              <a:defRPr/>
            </a:lvl1pPr>
            <a:lvl2pPr marL="609539" indent="0" algn="ctr">
              <a:buNone/>
              <a:defRPr/>
            </a:lvl2pPr>
            <a:lvl3pPr marL="1219078" indent="0" algn="ctr">
              <a:buNone/>
              <a:defRPr/>
            </a:lvl3pPr>
            <a:lvl4pPr marL="1828617" indent="0" algn="ctr">
              <a:buNone/>
              <a:defRPr/>
            </a:lvl4pPr>
            <a:lvl5pPr marL="2438156" indent="0" algn="ctr">
              <a:buNone/>
              <a:defRPr/>
            </a:lvl5pPr>
            <a:lvl6pPr marL="3047695" indent="0" algn="ctr">
              <a:buNone/>
              <a:defRPr/>
            </a:lvl6pPr>
            <a:lvl7pPr marL="3657234" indent="0" algn="ctr">
              <a:buNone/>
              <a:defRPr/>
            </a:lvl7pPr>
            <a:lvl8pPr marL="4266773" indent="0" algn="ctr">
              <a:buNone/>
              <a:defRPr/>
            </a:lvl8pPr>
            <a:lvl9pPr marL="4876312" indent="0" algn="ctr">
              <a:buNone/>
              <a:defRPr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FD650F0-8AAD-48EF-B3D3-2345F45EF8B2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DC96D8B-5E5D-4756-AFBB-3EBE1D3ED4DA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275166" y="27761258"/>
            <a:ext cx="24480784" cy="8580021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275166" y="18309267"/>
            <a:ext cx="24480784" cy="9451991"/>
          </a:xfrm>
        </p:spPr>
        <p:txBody>
          <a:bodyPr anchor="b"/>
          <a:lstStyle>
            <a:lvl1pPr marL="0" indent="0">
              <a:buNone/>
              <a:defRPr sz="2666"/>
            </a:lvl1pPr>
            <a:lvl2pPr marL="609539" indent="0">
              <a:buNone/>
              <a:defRPr sz="2400"/>
            </a:lvl2pPr>
            <a:lvl3pPr marL="1219078" indent="0">
              <a:buNone/>
              <a:defRPr sz="2133"/>
            </a:lvl3pPr>
            <a:lvl4pPr marL="1828617" indent="0">
              <a:buNone/>
              <a:defRPr sz="1866"/>
            </a:lvl4pPr>
            <a:lvl5pPr marL="2438156" indent="0">
              <a:buNone/>
              <a:defRPr sz="1866"/>
            </a:lvl5pPr>
            <a:lvl6pPr marL="3047695" indent="0">
              <a:buNone/>
              <a:defRPr sz="1866"/>
            </a:lvl6pPr>
            <a:lvl7pPr marL="3657234" indent="0">
              <a:buNone/>
              <a:defRPr sz="1866"/>
            </a:lvl7pPr>
            <a:lvl8pPr marL="4266773" indent="0">
              <a:buNone/>
              <a:defRPr sz="1866"/>
            </a:lvl8pPr>
            <a:lvl9pPr marL="4876312" indent="0">
              <a:buNone/>
              <a:defRPr sz="1866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D877B64-938F-41A7-B468-783CF163B3B2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439175" y="10080573"/>
            <a:ext cx="12859449" cy="2851047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6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4501801" y="10080573"/>
            <a:ext cx="12859449" cy="2851047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6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DF3C380-F25C-4E70-B099-B699EC5ADAC9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439175" y="9669985"/>
            <a:ext cx="12726114" cy="402968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39" indent="0">
              <a:buNone/>
              <a:defRPr sz="2666" b="1"/>
            </a:lvl2pPr>
            <a:lvl3pPr marL="1219078" indent="0">
              <a:buNone/>
              <a:defRPr sz="2400" b="1"/>
            </a:lvl3pPr>
            <a:lvl4pPr marL="1828617" indent="0">
              <a:buNone/>
              <a:defRPr sz="2133" b="1"/>
            </a:lvl4pPr>
            <a:lvl5pPr marL="2438156" indent="0">
              <a:buNone/>
              <a:defRPr sz="2133" b="1"/>
            </a:lvl5pPr>
            <a:lvl6pPr marL="3047695" indent="0">
              <a:buNone/>
              <a:defRPr sz="2133" b="1"/>
            </a:lvl6pPr>
            <a:lvl7pPr marL="3657234" indent="0">
              <a:buNone/>
              <a:defRPr sz="2133" b="1"/>
            </a:lvl7pPr>
            <a:lvl8pPr marL="4266773" indent="0">
              <a:buNone/>
              <a:defRPr sz="2133" b="1"/>
            </a:lvl8pPr>
            <a:lvl9pPr marL="4876312" indent="0">
              <a:buNone/>
              <a:defRPr sz="2133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439175" y="13699675"/>
            <a:ext cx="12726114" cy="24891372"/>
          </a:xfrm>
        </p:spPr>
        <p:txBody>
          <a:bodyPr/>
          <a:lstStyle>
            <a:lvl1pPr>
              <a:defRPr sz="3200"/>
            </a:lvl1pPr>
            <a:lvl2pPr>
              <a:defRPr sz="2666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14630904" y="9669985"/>
            <a:ext cx="12730346" cy="402968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39" indent="0">
              <a:buNone/>
              <a:defRPr sz="2666" b="1"/>
            </a:lvl2pPr>
            <a:lvl3pPr marL="1219078" indent="0">
              <a:buNone/>
              <a:defRPr sz="2400" b="1"/>
            </a:lvl3pPr>
            <a:lvl4pPr marL="1828617" indent="0">
              <a:buNone/>
              <a:defRPr sz="2133" b="1"/>
            </a:lvl4pPr>
            <a:lvl5pPr marL="2438156" indent="0">
              <a:buNone/>
              <a:defRPr sz="2133" b="1"/>
            </a:lvl5pPr>
            <a:lvl6pPr marL="3047695" indent="0">
              <a:buNone/>
              <a:defRPr sz="2133" b="1"/>
            </a:lvl6pPr>
            <a:lvl7pPr marL="3657234" indent="0">
              <a:buNone/>
              <a:defRPr sz="2133" b="1"/>
            </a:lvl7pPr>
            <a:lvl8pPr marL="4266773" indent="0">
              <a:buNone/>
              <a:defRPr sz="2133" b="1"/>
            </a:lvl8pPr>
            <a:lvl9pPr marL="4876312" indent="0">
              <a:buNone/>
              <a:defRPr sz="2133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14630904" y="13699675"/>
            <a:ext cx="12730346" cy="24891372"/>
          </a:xfrm>
        </p:spPr>
        <p:txBody>
          <a:bodyPr/>
          <a:lstStyle>
            <a:lvl1pPr>
              <a:defRPr sz="3200"/>
            </a:lvl1pPr>
            <a:lvl2pPr>
              <a:defRPr sz="2666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611D1C0-6B5C-4B42-9BF5-9656ED25A1D6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203E92E-70CD-434A-A365-47B3624C9D13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EBB076-EF90-42B2-B80B-DD7B17B5D866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39175" y="1720661"/>
            <a:ext cx="9475273" cy="7318627"/>
          </a:xfrm>
        </p:spPr>
        <p:txBody>
          <a:bodyPr anchor="b"/>
          <a:lstStyle>
            <a:lvl1pPr algn="l">
              <a:defRPr sz="2666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1259425" y="1720662"/>
            <a:ext cx="16101825" cy="36870385"/>
          </a:xfrm>
        </p:spPr>
        <p:txBody>
          <a:bodyPr/>
          <a:lstStyle>
            <a:lvl1pPr>
              <a:defRPr sz="4266"/>
            </a:lvl1pPr>
            <a:lvl2pPr>
              <a:defRPr sz="3733"/>
            </a:lvl2pPr>
            <a:lvl3pPr>
              <a:defRPr sz="3200"/>
            </a:lvl3pPr>
            <a:lvl4pPr>
              <a:defRPr sz="2666"/>
            </a:lvl4pPr>
            <a:lvl5pPr>
              <a:defRPr sz="2666"/>
            </a:lvl5pPr>
            <a:lvl6pPr>
              <a:defRPr sz="2666"/>
            </a:lvl6pPr>
            <a:lvl7pPr>
              <a:defRPr sz="2666"/>
            </a:lvl7pPr>
            <a:lvl8pPr>
              <a:defRPr sz="2666"/>
            </a:lvl8pPr>
            <a:lvl9pPr>
              <a:defRPr sz="2666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439175" y="9039287"/>
            <a:ext cx="9475273" cy="29551759"/>
          </a:xfrm>
        </p:spPr>
        <p:txBody>
          <a:bodyPr/>
          <a:lstStyle>
            <a:lvl1pPr marL="0" indent="0">
              <a:buNone/>
              <a:defRPr sz="1866"/>
            </a:lvl1pPr>
            <a:lvl2pPr marL="609539" indent="0">
              <a:buNone/>
              <a:defRPr sz="1600"/>
            </a:lvl2pPr>
            <a:lvl3pPr marL="1219078" indent="0">
              <a:buNone/>
              <a:defRPr sz="1333"/>
            </a:lvl3pPr>
            <a:lvl4pPr marL="1828617" indent="0">
              <a:buNone/>
              <a:defRPr sz="1200"/>
            </a:lvl4pPr>
            <a:lvl5pPr marL="2438156" indent="0">
              <a:buNone/>
              <a:defRPr sz="1200"/>
            </a:lvl5pPr>
            <a:lvl6pPr marL="3047695" indent="0">
              <a:buNone/>
              <a:defRPr sz="1200"/>
            </a:lvl6pPr>
            <a:lvl7pPr marL="3657234" indent="0">
              <a:buNone/>
              <a:defRPr sz="1200"/>
            </a:lvl7pPr>
            <a:lvl8pPr marL="4266773" indent="0">
              <a:buNone/>
              <a:defRPr sz="1200"/>
            </a:lvl8pPr>
            <a:lvl9pPr marL="4876312" indent="0">
              <a:buNone/>
              <a:defRPr sz="12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7FA4729-5D1D-4D38-A25F-215095997037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644529" y="30239601"/>
            <a:ext cx="17280678" cy="3570424"/>
          </a:xfrm>
        </p:spPr>
        <p:txBody>
          <a:bodyPr anchor="b"/>
          <a:lstStyle>
            <a:lvl1pPr algn="l">
              <a:defRPr sz="2666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644529" y="3860375"/>
            <a:ext cx="17280678" cy="25919960"/>
          </a:xfrm>
        </p:spPr>
        <p:txBody>
          <a:bodyPr/>
          <a:lstStyle>
            <a:lvl1pPr marL="0" indent="0">
              <a:buNone/>
              <a:defRPr sz="4266"/>
            </a:lvl1pPr>
            <a:lvl2pPr marL="609539" indent="0">
              <a:buNone/>
              <a:defRPr sz="3733"/>
            </a:lvl2pPr>
            <a:lvl3pPr marL="1219078" indent="0">
              <a:buNone/>
              <a:defRPr sz="3200"/>
            </a:lvl3pPr>
            <a:lvl4pPr marL="1828617" indent="0">
              <a:buNone/>
              <a:defRPr sz="2666"/>
            </a:lvl4pPr>
            <a:lvl5pPr marL="2438156" indent="0">
              <a:buNone/>
              <a:defRPr sz="2666"/>
            </a:lvl5pPr>
            <a:lvl6pPr marL="3047695" indent="0">
              <a:buNone/>
              <a:defRPr sz="2666"/>
            </a:lvl6pPr>
            <a:lvl7pPr marL="3657234" indent="0">
              <a:buNone/>
              <a:defRPr sz="2666"/>
            </a:lvl7pPr>
            <a:lvl8pPr marL="4266773" indent="0">
              <a:buNone/>
              <a:defRPr sz="2666"/>
            </a:lvl8pPr>
            <a:lvl9pPr marL="4876312" indent="0">
              <a:buNone/>
              <a:defRPr sz="2666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5644529" y="33810024"/>
            <a:ext cx="17280678" cy="5070974"/>
          </a:xfrm>
        </p:spPr>
        <p:txBody>
          <a:bodyPr/>
          <a:lstStyle>
            <a:lvl1pPr marL="0" indent="0">
              <a:buNone/>
              <a:defRPr sz="1866"/>
            </a:lvl1pPr>
            <a:lvl2pPr marL="609539" indent="0">
              <a:buNone/>
              <a:defRPr sz="1600"/>
            </a:lvl2pPr>
            <a:lvl3pPr marL="1219078" indent="0">
              <a:buNone/>
              <a:defRPr sz="1333"/>
            </a:lvl3pPr>
            <a:lvl4pPr marL="1828617" indent="0">
              <a:buNone/>
              <a:defRPr sz="1200"/>
            </a:lvl4pPr>
            <a:lvl5pPr marL="2438156" indent="0">
              <a:buNone/>
              <a:defRPr sz="1200"/>
            </a:lvl5pPr>
            <a:lvl6pPr marL="3047695" indent="0">
              <a:buNone/>
              <a:defRPr sz="1200"/>
            </a:lvl6pPr>
            <a:lvl7pPr marL="3657234" indent="0">
              <a:buNone/>
              <a:defRPr sz="1200"/>
            </a:lvl7pPr>
            <a:lvl8pPr marL="4266773" indent="0">
              <a:buNone/>
              <a:defRPr sz="1200"/>
            </a:lvl8pPr>
            <a:lvl9pPr marL="4876312" indent="0">
              <a:buNone/>
              <a:defRPr sz="12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6B7DF24-3BB9-4DC6-A067-2A7C35CBC9DF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B3DDCC-A5AA-4FD1-B372-9424E989D2BC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20880732" y="1729128"/>
            <a:ext cx="6480519" cy="36861919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439175" y="1729128"/>
            <a:ext cx="19238379" cy="36861919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6A33422-2CED-4084-A0A2-878BA7696C06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39175" y="1729128"/>
            <a:ext cx="25922076" cy="7200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308610" tIns="154305" rIns="308610" bIns="15430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/>
              <a:t>Clique para editar o estilo do título mestre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39175" y="10080573"/>
            <a:ext cx="25922076" cy="285104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308610" tIns="154305" rIns="308610" bIns="15430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439175" y="39340264"/>
            <a:ext cx="6721792" cy="3001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08610" tIns="154305" rIns="308610" bIns="154305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6266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9839300" y="39340264"/>
            <a:ext cx="9121828" cy="3001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08610" tIns="154305" rIns="308610" bIns="154305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6266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0639458" y="39340264"/>
            <a:ext cx="6721792" cy="3001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08610" tIns="154305" rIns="308610" bIns="154305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6266"/>
            </a:lvl1pPr>
          </a:lstStyle>
          <a:p>
            <a:fld id="{9D20D27F-DE98-4825-9B81-BD19507AA243}" type="slidenum">
              <a:rPr lang="pt-BR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114389" rtl="0" eaLnBrk="0" fontAlgn="base" hangingPunct="0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+mj-lt"/>
          <a:ea typeface="+mj-ea"/>
          <a:cs typeface="+mj-cs"/>
        </a:defRPr>
      </a:lvl1pPr>
      <a:lvl2pPr algn="ctr" defTabSz="4114389" rtl="0" eaLnBrk="0" fontAlgn="base" hangingPunct="0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2pPr>
      <a:lvl3pPr algn="ctr" defTabSz="4114389" rtl="0" eaLnBrk="0" fontAlgn="base" hangingPunct="0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3pPr>
      <a:lvl4pPr algn="ctr" defTabSz="4114389" rtl="0" eaLnBrk="0" fontAlgn="base" hangingPunct="0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4pPr>
      <a:lvl5pPr algn="ctr" defTabSz="4114389" rtl="0" eaLnBrk="0" fontAlgn="base" hangingPunct="0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5pPr>
      <a:lvl6pPr marL="609539" algn="ctr" defTabSz="4114389" rtl="0" fontAlgn="base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6pPr>
      <a:lvl7pPr marL="1219078" algn="ctr" defTabSz="4114389" rtl="0" fontAlgn="base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7pPr>
      <a:lvl8pPr marL="1828617" algn="ctr" defTabSz="4114389" rtl="0" fontAlgn="base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8pPr>
      <a:lvl9pPr marL="2438156" algn="ctr" defTabSz="4114389" rtl="0" fontAlgn="base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9pPr>
    </p:titleStyle>
    <p:bodyStyle>
      <a:lvl1pPr marL="1542896" indent="-1542896" algn="l" defTabSz="4114389" rtl="0" eaLnBrk="0" fontAlgn="base" hangingPunct="0">
        <a:spcBef>
          <a:spcPct val="20000"/>
        </a:spcBef>
        <a:spcAft>
          <a:spcPct val="0"/>
        </a:spcAft>
        <a:buChar char="•"/>
        <a:defRPr sz="14399">
          <a:solidFill>
            <a:schemeClr val="tx1"/>
          </a:solidFill>
          <a:latin typeface="+mn-lt"/>
          <a:ea typeface="+mn-ea"/>
          <a:cs typeface="+mn-cs"/>
        </a:defRPr>
      </a:lvl1pPr>
      <a:lvl2pPr marL="3343999" indent="-1286805" algn="l" defTabSz="4114389" rtl="0" eaLnBrk="0" fontAlgn="base" hangingPunct="0">
        <a:spcBef>
          <a:spcPct val="20000"/>
        </a:spcBef>
        <a:spcAft>
          <a:spcPct val="0"/>
        </a:spcAft>
        <a:buChar char="–"/>
        <a:defRPr sz="12665">
          <a:solidFill>
            <a:schemeClr val="tx1"/>
          </a:solidFill>
          <a:latin typeface="+mn-lt"/>
        </a:defRPr>
      </a:lvl2pPr>
      <a:lvl3pPr marL="5142986" indent="-1028597" algn="l" defTabSz="4114389" rtl="0" eaLnBrk="0" fontAlgn="base" hangingPunct="0">
        <a:spcBef>
          <a:spcPct val="20000"/>
        </a:spcBef>
        <a:spcAft>
          <a:spcPct val="0"/>
        </a:spcAft>
        <a:buChar char="•"/>
        <a:defRPr sz="10799">
          <a:solidFill>
            <a:schemeClr val="tx1"/>
          </a:solidFill>
          <a:latin typeface="+mn-lt"/>
        </a:defRPr>
      </a:lvl3pPr>
      <a:lvl4pPr marL="7200180" indent="-1028597" algn="l" defTabSz="4114389" rtl="0" eaLnBrk="0" fontAlgn="base" hangingPunct="0">
        <a:spcBef>
          <a:spcPct val="20000"/>
        </a:spcBef>
        <a:spcAft>
          <a:spcPct val="0"/>
        </a:spcAft>
        <a:buChar char="–"/>
        <a:defRPr sz="9066">
          <a:solidFill>
            <a:schemeClr val="tx1"/>
          </a:solidFill>
          <a:latin typeface="+mn-lt"/>
        </a:defRPr>
      </a:lvl4pPr>
      <a:lvl5pPr marL="9257374" indent="-1028597" algn="l" defTabSz="4114389" rtl="0" eaLnBrk="0" fontAlgn="base" hangingPunct="0">
        <a:spcBef>
          <a:spcPct val="20000"/>
        </a:spcBef>
        <a:spcAft>
          <a:spcPct val="0"/>
        </a:spcAft>
        <a:buChar char="»"/>
        <a:defRPr sz="9066">
          <a:solidFill>
            <a:schemeClr val="tx1"/>
          </a:solidFill>
          <a:latin typeface="+mn-lt"/>
        </a:defRPr>
      </a:lvl5pPr>
      <a:lvl6pPr marL="9866913" indent="-1028597" algn="l" defTabSz="4114389" rtl="0" fontAlgn="base">
        <a:spcBef>
          <a:spcPct val="20000"/>
        </a:spcBef>
        <a:spcAft>
          <a:spcPct val="0"/>
        </a:spcAft>
        <a:buChar char="»"/>
        <a:defRPr sz="9066">
          <a:solidFill>
            <a:schemeClr val="tx1"/>
          </a:solidFill>
          <a:latin typeface="+mn-lt"/>
        </a:defRPr>
      </a:lvl6pPr>
      <a:lvl7pPr marL="10476452" indent="-1028597" algn="l" defTabSz="4114389" rtl="0" fontAlgn="base">
        <a:spcBef>
          <a:spcPct val="20000"/>
        </a:spcBef>
        <a:spcAft>
          <a:spcPct val="0"/>
        </a:spcAft>
        <a:buChar char="»"/>
        <a:defRPr sz="9066">
          <a:solidFill>
            <a:schemeClr val="tx1"/>
          </a:solidFill>
          <a:latin typeface="+mn-lt"/>
        </a:defRPr>
      </a:lvl7pPr>
      <a:lvl8pPr marL="11085991" indent="-1028597" algn="l" defTabSz="4114389" rtl="0" fontAlgn="base">
        <a:spcBef>
          <a:spcPct val="20000"/>
        </a:spcBef>
        <a:spcAft>
          <a:spcPct val="0"/>
        </a:spcAft>
        <a:buChar char="»"/>
        <a:defRPr sz="9066">
          <a:solidFill>
            <a:schemeClr val="tx1"/>
          </a:solidFill>
          <a:latin typeface="+mn-lt"/>
        </a:defRPr>
      </a:lvl8pPr>
      <a:lvl9pPr marL="11695530" indent="-1028597" algn="l" defTabSz="4114389" rtl="0" fontAlgn="base">
        <a:spcBef>
          <a:spcPct val="20000"/>
        </a:spcBef>
        <a:spcAft>
          <a:spcPct val="0"/>
        </a:spcAft>
        <a:buChar char="»"/>
        <a:defRPr sz="9066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39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078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17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156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695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234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773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312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jpe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bin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F65B9183-D015-4EDA-BC8C-5077C4505C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734" y="0"/>
            <a:ext cx="28774944" cy="43179343"/>
          </a:xfrm>
          <a:prstGeom prst="rect">
            <a:avLst/>
          </a:prstGeom>
        </p:spPr>
      </p:pic>
      <p:sp>
        <p:nvSpPr>
          <p:cNvPr id="4100" name="Rectangle 6"/>
          <p:cNvSpPr>
            <a:spLocks noChangeArrowheads="1"/>
          </p:cNvSpPr>
          <p:nvPr/>
        </p:nvSpPr>
        <p:spPr bwMode="auto">
          <a:xfrm>
            <a:off x="-36734" y="2703684"/>
            <a:ext cx="28800425" cy="666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algn="ctr" eaLnBrk="1" hangingPunct="1"/>
            <a:r>
              <a:rPr lang="pt-BR" sz="3733" b="1" dirty="0">
                <a:ea typeface="ＭＳ Ｐゴシック" pitchFamily="34" charset="-128"/>
                <a:cs typeface="Times New Roman" pitchFamily="18" charset="0"/>
              </a:rPr>
              <a:t> Alunos: </a:t>
            </a:r>
            <a:r>
              <a:rPr lang="en-US" sz="3200" b="1" dirty="0"/>
              <a:t>Lucas Oliveira, Matheus </a:t>
            </a:r>
            <a:r>
              <a:rPr lang="en-US" sz="3200" b="1" dirty="0" err="1"/>
              <a:t>Rossaneze</a:t>
            </a:r>
            <a:r>
              <a:rPr lang="en-US" sz="3200" b="1" dirty="0"/>
              <a:t>, Pedro Schaurich Maia, Phelipe Antonio</a:t>
            </a:r>
            <a:endParaRPr lang="pt-BR" sz="3200" b="1" dirty="0">
              <a:ea typeface="ＭＳ Ｐゴシック" pitchFamily="34" charset="-128"/>
              <a:cs typeface="Times New Roman" pitchFamily="18" charset="0"/>
            </a:endParaRPr>
          </a:p>
        </p:txBody>
      </p:sp>
      <p:sp>
        <p:nvSpPr>
          <p:cNvPr id="4102" name="TextBox 8"/>
          <p:cNvSpPr txBox="1">
            <a:spLocks noChangeArrowheads="1"/>
          </p:cNvSpPr>
          <p:nvPr/>
        </p:nvSpPr>
        <p:spPr bwMode="auto">
          <a:xfrm>
            <a:off x="690522" y="4992304"/>
            <a:ext cx="13284851" cy="3939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 defTabSz="1678349" eaLnBrk="1" hangingPunct="1"/>
            <a:r>
              <a:rPr lang="pt-BR" sz="2400" b="1" dirty="0">
                <a:ea typeface="ＭＳ Ｐゴシック" pitchFamily="34" charset="-128"/>
              </a:rPr>
              <a:t>Sobre a equipe</a:t>
            </a:r>
          </a:p>
          <a:p>
            <a:pPr algn="just" defTabSz="1678349" eaLnBrk="1" hangingPunct="1">
              <a:spcAft>
                <a:spcPts val="1200"/>
              </a:spcAft>
            </a:pPr>
            <a:r>
              <a:rPr lang="pt-BR" sz="2400" dirty="0"/>
              <a:t>	Nossa equipe é composta por estudantes do 4º semestre de Ciência da Computação, focados em desenvolver soluções de análise de dados. Neste projeto, todos os integrantes do grupo concentraram-se na engenharia de dados e no backend, garantindo a integridade e o processamento eficiente das informações. Também dedicaram-se ao desenvolvimento do frontend e à criação dos dashboards interativos, buscando a melhor experiência do usuário e a visualização clara dos insights. Trabalhamos colaborativamente para integrar todas as partes do sistema, desde a coleta e tratamento dos dados até a apresentação final dos painéis de controle.</a:t>
            </a:r>
          </a:p>
          <a:p>
            <a:pPr algn="just" defTabSz="1678349" eaLnBrk="1" hangingPunct="1">
              <a:spcAft>
                <a:spcPts val="1200"/>
              </a:spcAft>
            </a:pPr>
            <a:endParaRPr lang="pt-BR" sz="2400" dirty="0"/>
          </a:p>
        </p:txBody>
      </p:sp>
      <p:sp>
        <p:nvSpPr>
          <p:cNvPr id="4104" name="Rectangle 13"/>
          <p:cNvSpPr>
            <a:spLocks noChangeArrowheads="1"/>
          </p:cNvSpPr>
          <p:nvPr/>
        </p:nvSpPr>
        <p:spPr bwMode="auto">
          <a:xfrm>
            <a:off x="0" y="-669350"/>
            <a:ext cx="184731" cy="133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14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126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0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114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114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114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114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sz="8099">
              <a:latin typeface="Arial" panose="020B0604020202020204" pitchFamily="34" charset="0"/>
            </a:endParaRPr>
          </a:p>
        </p:txBody>
      </p:sp>
      <p:sp>
        <p:nvSpPr>
          <p:cNvPr id="410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33295" y="1091039"/>
            <a:ext cx="27924315" cy="2258359"/>
          </a:xfrm>
        </p:spPr>
        <p:txBody>
          <a:bodyPr/>
          <a:lstStyle/>
          <a:p>
            <a:pPr eaLnBrk="1" hangingPunct="1"/>
            <a:r>
              <a:rPr lang="pt-BR" sz="5866" b="1" dirty="0"/>
              <a:t>Barões do Cupom</a:t>
            </a:r>
          </a:p>
        </p:txBody>
      </p:sp>
      <p:sp>
        <p:nvSpPr>
          <p:cNvPr id="4109" name="Rectangle 14"/>
          <p:cNvSpPr>
            <a:spLocks noChangeArrowheads="1"/>
          </p:cNvSpPr>
          <p:nvPr/>
        </p:nvSpPr>
        <p:spPr bwMode="auto">
          <a:xfrm>
            <a:off x="1540883" y="288300"/>
            <a:ext cx="25809904" cy="1619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411435" tIns="205717" rIns="411435" bIns="205717" anchor="ctr"/>
          <a:lstStyle/>
          <a:p>
            <a:pPr algn="ctr" eaLnBrk="1" hangingPunct="1"/>
            <a:r>
              <a:rPr lang="pt-BR" sz="7999" b="1" dirty="0">
                <a:solidFill>
                  <a:schemeClr val="bg1"/>
                </a:solidFill>
              </a:rPr>
              <a:t>Semana de Tecnologia FECAP 2025</a:t>
            </a: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6D4C09D9-51BE-953B-669D-23F72BD2F1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53154" y="4992305"/>
            <a:ext cx="13284851" cy="4462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 defTabSz="1678349" eaLnBrk="1" hangingPunct="1"/>
            <a:r>
              <a:rPr lang="pt-BR" sz="2400" b="1" dirty="0">
                <a:ea typeface="ＭＳ Ｐゴシック" pitchFamily="34" charset="-128"/>
              </a:rPr>
              <a:t>Problema a ser tratado</a:t>
            </a:r>
          </a:p>
          <a:p>
            <a:pPr algn="just" defTabSz="1678349" eaLnBrk="1" hangingPunct="1">
              <a:spcAft>
                <a:spcPts val="1200"/>
              </a:spcAft>
            </a:pPr>
            <a:r>
              <a:rPr lang="pt-BR" sz="2400" dirty="0"/>
              <a:t>	No cenário atual, empresas de cupons e programas de fidelidade enfrentam o desafio de extrair valor dos vastos volumes de dados gerados por transações e interações de usuários. Sem uma análise robusta, é difícil identificar padrões de consumo, otimizar estratégias de marketing, precificação de cupons e repasses, e entender o comportamento do cliente. A falta de ferramentas analíticas eficientes pode levar a decisões subótimas, perda de receita potencial e uma compreensão limitada do impacto das promoções. Além disso, a gestão financeira e estratégica carece de uma visão consolidada para monitorar a performance e tomar decisões baseadas em dados.</a:t>
            </a:r>
          </a:p>
          <a:p>
            <a:pPr algn="just" defTabSz="1678349" eaLnBrk="1" hangingPunct="1">
              <a:spcAft>
                <a:spcPts val="1200"/>
              </a:spcAft>
            </a:pPr>
            <a:endParaRPr lang="pt-BR" sz="2400" dirty="0"/>
          </a:p>
          <a:p>
            <a:pPr algn="just" defTabSz="1678349" eaLnBrk="1" hangingPunct="1">
              <a:spcAft>
                <a:spcPts val="1200"/>
              </a:spcAft>
            </a:pPr>
            <a:r>
              <a:rPr lang="pt-BR" sz="2400" dirty="0"/>
              <a:t>	</a:t>
            </a:r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C1758913-C53F-99C8-A545-3D8DE7E0ED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353" y="33543418"/>
            <a:ext cx="13318910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 defTabSz="1678349" eaLnBrk="1" hangingPunct="1"/>
            <a:r>
              <a:rPr lang="pt-BR" sz="2400" b="1" dirty="0">
                <a:ea typeface="ＭＳ Ｐゴシック" pitchFamily="34" charset="-128"/>
              </a:rPr>
              <a:t>Solução proposta</a:t>
            </a:r>
          </a:p>
          <a:p>
            <a:pPr algn="just"/>
            <a:r>
              <a:rPr lang="pt-BR" sz="2400" dirty="0"/>
              <a:t>	Desenvolvemos um Dashboard interativo utilizando Dash e Python, alimentado por dados de transações, usuários e estabelecimentos. A solução oferece duas perspectivas principais: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b="1" dirty="0"/>
              <a:t>Visão CEO:</a:t>
            </a:r>
            <a:r>
              <a:rPr lang="pt-BR" sz="2400" dirty="0"/>
              <a:t> Permite uma análise estratégica dos resgates, comportamento dos usuários, categorias de estabelecimentos mais populares e a eficácia de diferentes tipos de cupons. Inclui gráficos de resgates por segmento, dia da semana, </a:t>
            </a:r>
            <a:r>
              <a:rPr lang="pt-BR" sz="2400" i="1" dirty="0"/>
              <a:t>heatmap</a:t>
            </a:r>
            <a:r>
              <a:rPr lang="pt-BR" sz="2400" dirty="0"/>
              <a:t> de atividade por hora e categoria, e distribuição de resgates por faixa etária e tipo de cupom.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b="1" dirty="0"/>
              <a:t>Visão CFO:</a:t>
            </a:r>
            <a:r>
              <a:rPr lang="pt-BR" sz="2400" dirty="0"/>
              <a:t> Oferece uma análise financeira aprofundada, com KPIs de receita total, receita líquida, margem operacional e ticket médio. Gráficos detalhados mostram a receita por segmento, o relacionamento entre valor do cupom e valor final da compra, o ticket médio por estabelecimento e a distribuição de valores dos cupons.</a:t>
            </a:r>
          </a:p>
          <a:p>
            <a:pPr algn="just"/>
            <a:r>
              <a:rPr lang="pt-BR" sz="2400" dirty="0"/>
              <a:t>	Ambas as visões contam com filtros dinâmicos de categoria, tipo de cupom, bairro e período, permitindo uma exploração detalhada dos dados. A funcionalidade de geração de relatórios em PDF consolida as análises para compartilhamento e decisões estratégicas.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A584AD84-C68C-68B6-E7C1-1D0E2FA735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40" y="3168803"/>
            <a:ext cx="29592614" cy="13551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11435" tIns="205717" rIns="411435" bIns="205717" numCol="1" anchor="ctr" anchorCtr="0" compatLnSpc="1">
            <a:prstTxWarp prst="textNoShape">
              <a:avLst/>
            </a:prstTxWarp>
          </a:bodyPr>
          <a:lstStyle>
            <a:lvl1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2pPr>
            <a:lvl3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3pPr>
            <a:lvl4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4pPr>
            <a:lvl5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5pPr>
            <a:lvl6pPr marL="457200" algn="ctr" defTabSz="3086100" rtl="0" fontAlgn="base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6pPr>
            <a:lvl7pPr marL="914400" algn="ctr" defTabSz="3086100" rtl="0" fontAlgn="base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7pPr>
            <a:lvl8pPr marL="1371600" algn="ctr" defTabSz="3086100" rtl="0" fontAlgn="base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8pPr>
            <a:lvl9pPr marL="1828800" algn="ctr" defTabSz="3086100" rtl="0" fontAlgn="base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2400" b="1" kern="0" dirty="0"/>
              <a:t>Professores: </a:t>
            </a:r>
            <a:r>
              <a:rPr lang="pt-BR" sz="2400" b="1" dirty="0"/>
              <a:t>Eduardo </a:t>
            </a:r>
            <a:r>
              <a:rPr lang="pt-BR" sz="2400" b="1" dirty="0" err="1"/>
              <a:t>Savino</a:t>
            </a:r>
            <a:r>
              <a:rPr lang="pt-BR" sz="2400" b="1" dirty="0"/>
              <a:t> Gomes, Lucy Mari </a:t>
            </a:r>
            <a:r>
              <a:rPr lang="pt-BR" sz="2400" b="1" dirty="0" err="1"/>
              <a:t>Tabuti</a:t>
            </a:r>
            <a:r>
              <a:rPr lang="pt-BR" sz="2400" b="1" dirty="0"/>
              <a:t>, </a:t>
            </a:r>
            <a:r>
              <a:rPr lang="pt-BR" sz="2400" b="1" dirty="0" err="1"/>
              <a:t>Rodnil</a:t>
            </a:r>
            <a:r>
              <a:rPr lang="pt-BR" sz="2400" b="1" dirty="0"/>
              <a:t> da Silva Moreira Lisboa, Mauricio Lopes Da Cunha</a:t>
            </a:r>
          </a:p>
          <a:p>
            <a:pPr eaLnBrk="1" hangingPunct="1"/>
            <a:endParaRPr lang="pt-BR" sz="2400" b="1" kern="0" dirty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AE19C662-D68A-6035-2E4C-978100FAE8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46784" y="33543418"/>
            <a:ext cx="13318910" cy="6740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 defTabSz="1678349" eaLnBrk="1" hangingPunct="1"/>
            <a:r>
              <a:rPr lang="pt-BR" sz="2400" b="1" dirty="0">
                <a:ea typeface="ＭＳ Ｐゴシック" pitchFamily="34" charset="-128"/>
              </a:rPr>
              <a:t>Futuro do projeto</a:t>
            </a:r>
          </a:p>
          <a:p>
            <a:pPr algn="just"/>
            <a:r>
              <a:rPr lang="pt-BR" sz="2400" dirty="0"/>
              <a:t>	Para o futuro, planejamos expandir as funcionalidades do dashboard com as seguintes melhorias, visando aprimorar ainda mais a capacidade de análise e tomada de decisão:</a:t>
            </a:r>
          </a:p>
          <a:p>
            <a:pPr algn="just"/>
            <a:r>
              <a:rPr lang="pt-BR" sz="2400" b="1" dirty="0"/>
              <a:t>Modelos Preditivos e de Recomendação:</a:t>
            </a:r>
            <a:r>
              <a:rPr lang="pt-BR" sz="2400" dirty="0"/>
              <a:t> Implementar algoritmos de machine learning para identificar tendências futuras, otimizar estratégias de cupons e prever o comportamento do usuário. Essa funcionalidade é crucial para uma abordagem proativa na gestão de campanhas e na antecipação das necessidades do mercado, permitindo decisões mais assertivas e personalizadas.</a:t>
            </a:r>
          </a:p>
          <a:p>
            <a:pPr algn="just"/>
            <a:r>
              <a:rPr lang="pt-BR" sz="2400" b="1" dirty="0"/>
              <a:t>Personalização Avançada do Usuário:</a:t>
            </a:r>
            <a:r>
              <a:rPr lang="pt-BR" sz="2400" dirty="0"/>
              <a:t> Oferecer aos usuários a flexibilidade de personalizar seus próprios painéis de controle, selecionando os gráficos e KPIs mais relevantes para suas funções específicas. Isso democratiza o acesso aos dados e permite que cada usuário obtenha as informações exatas de que precisa para suas responsabilidades diárias, aumentando a eficiência e a relevância do dashboard.</a:t>
            </a:r>
          </a:p>
          <a:p>
            <a:pPr algn="just"/>
            <a:r>
              <a:rPr lang="pt-BR" sz="2400" b="1" dirty="0"/>
              <a:t>Análise de Sentimento e Feedback Qualitativo:</a:t>
            </a:r>
            <a:r>
              <a:rPr lang="pt-BR" sz="2400" dirty="0"/>
              <a:t> Integrar ferramentas de processamento de linguagem natural para analisar o feedback dos usuários e menções em plataformas externas. Compreender o sentimento do cliente é fundamental para medir a satisfação, identificar pontos de dor e direcionar melhorias nos produtos e serviços, complementando a análise quantitativa com insights qualitativos valiosos.</a:t>
            </a:r>
          </a:p>
        </p:txBody>
      </p:sp>
      <p:sp>
        <p:nvSpPr>
          <p:cNvPr id="29" name="TextBox 8">
            <a:extLst>
              <a:ext uri="{FF2B5EF4-FFF2-40B4-BE49-F238E27FC236}">
                <a16:creationId xmlns:a16="http://schemas.microsoft.com/office/drawing/2014/main" id="{22108886-71AE-7425-406A-CC03C41D86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9431" y="10343748"/>
            <a:ext cx="12868819" cy="15694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defTabSz="1678349" eaLnBrk="1" hangingPunct="1"/>
            <a:r>
              <a:rPr lang="pt-BR" sz="5866" b="1" dirty="0">
                <a:ea typeface="ＭＳ Ｐゴシック" pitchFamily="34" charset="-128"/>
              </a:rPr>
              <a:t>Imagens e ferramentas do Projeto</a:t>
            </a:r>
          </a:p>
          <a:p>
            <a:pPr algn="just" defTabSz="1678349" eaLnBrk="1" hangingPunct="1">
              <a:spcAft>
                <a:spcPts val="1200"/>
              </a:spcAft>
            </a:pPr>
            <a:r>
              <a:rPr lang="pt-BR" sz="3733" dirty="0"/>
              <a:t> </a:t>
            </a:r>
            <a:r>
              <a:rPr lang="pt-BR" sz="2666" dirty="0"/>
              <a:t>	</a:t>
            </a:r>
          </a:p>
        </p:txBody>
      </p:sp>
      <p:pic>
        <p:nvPicPr>
          <p:cNvPr id="5" name="Imagem 4" descr="Uma imagem contendo óculos&#10;&#10;O conteúdo gerado por IA pode estar incorreto.">
            <a:extLst>
              <a:ext uri="{FF2B5EF4-FFF2-40B4-BE49-F238E27FC236}">
                <a16:creationId xmlns:a16="http://schemas.microsoft.com/office/drawing/2014/main" id="{C56C1960-665E-2EB7-EDC1-1EBC9CE69C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752" y="40356014"/>
            <a:ext cx="3095947" cy="3115297"/>
          </a:xfrm>
          <a:prstGeom prst="rect">
            <a:avLst/>
          </a:prstGeom>
        </p:spPr>
      </p:pic>
      <p:pic>
        <p:nvPicPr>
          <p:cNvPr id="10" name="Imagem 9" descr="Uma imagem contendo óculos, caneca&#10;&#10;O conteúdo gerado por IA pode estar incorreto.">
            <a:extLst>
              <a:ext uri="{FF2B5EF4-FFF2-40B4-BE49-F238E27FC236}">
                <a16:creationId xmlns:a16="http://schemas.microsoft.com/office/drawing/2014/main" id="{55769E50-5B5D-08C0-E78D-9BA4C954767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01752" y="40382747"/>
            <a:ext cx="3095945" cy="3105591"/>
          </a:xfrm>
          <a:prstGeom prst="rect">
            <a:avLst/>
          </a:prstGeom>
        </p:spPr>
      </p:pic>
      <p:pic>
        <p:nvPicPr>
          <p:cNvPr id="1030" name="Picture 6" descr="Python Logo – PNG e Vetor – Download de Logo">
            <a:extLst>
              <a:ext uri="{FF2B5EF4-FFF2-40B4-BE49-F238E27FC236}">
                <a16:creationId xmlns:a16="http://schemas.microsoft.com/office/drawing/2014/main" id="{199B0405-E2E1-38AC-700C-2F8A875A3A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8864" y="12010160"/>
            <a:ext cx="1595516" cy="1773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Plotly Unveils AI-Native Plotly Studio™ and Plotly Cloud™,">
            <a:extLst>
              <a:ext uri="{FF2B5EF4-FFF2-40B4-BE49-F238E27FC236}">
                <a16:creationId xmlns:a16="http://schemas.microsoft.com/office/drawing/2014/main" id="{F50B8618-F5E6-4B37-A189-BB97238A17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8705" y="12012130"/>
            <a:ext cx="1791433" cy="1773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pandas - NumFOCUS">
            <a:extLst>
              <a:ext uri="{FF2B5EF4-FFF2-40B4-BE49-F238E27FC236}">
                <a16:creationId xmlns:a16="http://schemas.microsoft.com/office/drawing/2014/main" id="{03F26807-1FD8-1481-866B-EA2BA8CF7A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87548" y="11930413"/>
            <a:ext cx="2092626" cy="2092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Pdf - ícones de arquivos e pastas grátis">
            <a:extLst>
              <a:ext uri="{FF2B5EF4-FFF2-40B4-BE49-F238E27FC236}">
                <a16:creationId xmlns:a16="http://schemas.microsoft.com/office/drawing/2014/main" id="{808401AA-090F-CDB0-4ADD-FF52AA60BD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81910" y="12107629"/>
            <a:ext cx="1569469" cy="1569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3BCE162-0DE7-49F5-AAC1-49E08808BA2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8808" y="11988751"/>
            <a:ext cx="1963255" cy="1963255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F2B8ADEB-340B-4B69-8D03-966420166AA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1014" y="11666358"/>
            <a:ext cx="2452009" cy="2452009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9658550D-8CBD-43F2-97C5-868F2C4ABC6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31713" y="12151134"/>
            <a:ext cx="1638487" cy="1638487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186BA1B1-2801-EE7A-1703-E8B0694FBF8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28789" y="22118325"/>
            <a:ext cx="5895875" cy="10271651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A1C32A65-764B-A334-366E-E343BD00E93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799193" y="14284331"/>
            <a:ext cx="9945643" cy="7633393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589D341B-FE15-8D04-3C8D-8E5818829C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43680" y="12443002"/>
            <a:ext cx="2730036" cy="1069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2C7219CD-8681-B610-DACD-16AFD9D1566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61777" y="22157084"/>
            <a:ext cx="8124689" cy="10211820"/>
          </a:xfrm>
          <a:prstGeom prst="rect">
            <a:avLst/>
          </a:prstGeom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3887F7F8-D197-920C-6439-4B16317FBF61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666492" y="14283280"/>
            <a:ext cx="14847830" cy="7634444"/>
          </a:xfrm>
          <a:prstGeom prst="rect">
            <a:avLst/>
          </a:prstGeom>
        </p:spPr>
      </p:pic>
      <p:pic>
        <p:nvPicPr>
          <p:cNvPr id="31" name="Imagem 30" descr="Código QR&#10;&#10;O conteúdo gerado por IA pode estar incorreto.">
            <a:extLst>
              <a:ext uri="{FF2B5EF4-FFF2-40B4-BE49-F238E27FC236}">
                <a16:creationId xmlns:a16="http://schemas.microsoft.com/office/drawing/2014/main" id="{5BE1B6FC-9F16-4CC2-1C51-95846AFC1877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4663" y="24126485"/>
            <a:ext cx="6181591" cy="721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194372"/>
      </p:ext>
    </p:extLst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30861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6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30861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6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ca2a57e-8138-4b57-956a-eb6e2c7049cc">
      <Terms xmlns="http://schemas.microsoft.com/office/infopath/2007/PartnerControls"/>
    </lcf76f155ced4ddcb4097134ff3c332f>
    <TaxCatchAll xmlns="1d2798d9-1030-4cc5-be7b-200f9e62865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5364877AF745B4281652B53F43C594A" ma:contentTypeVersion="15" ma:contentTypeDescription="Crie um novo documento." ma:contentTypeScope="" ma:versionID="440a6fbbcbce65e3f8e2bed610644788">
  <xsd:schema xmlns:xsd="http://www.w3.org/2001/XMLSchema" xmlns:xs="http://www.w3.org/2001/XMLSchema" xmlns:p="http://schemas.microsoft.com/office/2006/metadata/properties" xmlns:ns2="1d2798d9-1030-4cc5-be7b-200f9e628651" xmlns:ns3="8ca2a57e-8138-4b57-956a-eb6e2c7049cc" targetNamespace="http://schemas.microsoft.com/office/2006/metadata/properties" ma:root="true" ma:fieldsID="3ff20d9b6411658b7762fa2c08d7e1af" ns2:_="" ns3:_="">
    <xsd:import namespace="1d2798d9-1030-4cc5-be7b-200f9e628651"/>
    <xsd:import namespace="8ca2a57e-8138-4b57-956a-eb6e2c7049c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lcf76f155ced4ddcb4097134ff3c332f" minOccurs="0"/>
                <xsd:element ref="ns2:TaxCatchAll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2798d9-1030-4cc5-be7b-200f9e628651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e2adbafb-c224-4d2e-8ca4-b5c3cc77204d}" ma:internalName="TaxCatchAll" ma:showField="CatchAllData" ma:web="1d2798d9-1030-4cc5-be7b-200f9e62865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a2a57e-8138-4b57-956a-eb6e2c7049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Marcações de imagem" ma:readOnly="false" ma:fieldId="{5cf76f15-5ced-4ddc-b409-7134ff3c332f}" ma:taxonomyMulti="true" ma:sspId="aeda4b81-a95b-4c43-add2-24b94db42d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C580D08-C850-4D98-9BB0-6190D1509D8A}">
  <ds:schemaRefs>
    <ds:schemaRef ds:uri="http://purl.org/dc/terms/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2006/metadata/properties"/>
    <ds:schemaRef ds:uri="1d2798d9-1030-4cc5-be7b-200f9e628651"/>
    <ds:schemaRef ds:uri="http://schemas.microsoft.com/office/infopath/2007/PartnerControls"/>
    <ds:schemaRef ds:uri="8ca2a57e-8138-4b57-956a-eb6e2c7049cc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20511531-72C6-41EA-909D-35A50B0891E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0583F25-0BD0-426F-9D18-6079E5A027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d2798d9-1030-4cc5-be7b-200f9e628651"/>
    <ds:schemaRef ds:uri="8ca2a57e-8138-4b57-956a-eb6e2c7049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814</TotalTime>
  <Words>667</Words>
  <Application>Microsoft Office PowerPoint</Application>
  <PresentationFormat>Personalizar</PresentationFormat>
  <Paragraphs>23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ＭＳ Ｐゴシック</vt:lpstr>
      <vt:lpstr>Arial</vt:lpstr>
      <vt:lpstr>Calibri</vt:lpstr>
      <vt:lpstr>Design padrão</vt:lpstr>
      <vt:lpstr>Barões do Cupom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Jr</dc:creator>
  <cp:lastModifiedBy>Pedro Maia 24026011</cp:lastModifiedBy>
  <cp:revision>56</cp:revision>
  <dcterms:created xsi:type="dcterms:W3CDTF">2006-11-04T15:46:42Z</dcterms:created>
  <dcterms:modified xsi:type="dcterms:W3CDTF">2025-11-09T01:13:25Z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0x01010045364877AF745B4281652B53F43C594A</vt:lpwstr>
  </property>
</Properties>
</file>